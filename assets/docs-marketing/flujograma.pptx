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45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414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343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95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390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792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251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167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94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532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069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21D9DE-1F51-2241-AE74-A483C410E18F}" type="datetimeFigureOut">
              <a:rPr lang="es-MX" smtClean="0"/>
              <a:t>02/05/26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36C7470-0CCD-2640-AB73-9168046860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7497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0168F4F-B270-783E-D5B8-052F9D84C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-104544"/>
            <a:ext cx="8095640" cy="696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5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gonzalez</dc:creator>
  <cp:lastModifiedBy>juan gonzalez</cp:lastModifiedBy>
  <cp:revision>1</cp:revision>
  <dcterms:created xsi:type="dcterms:W3CDTF">2026-05-03T03:03:48Z</dcterms:created>
  <dcterms:modified xsi:type="dcterms:W3CDTF">2026-05-03T03:16:47Z</dcterms:modified>
</cp:coreProperties>
</file>